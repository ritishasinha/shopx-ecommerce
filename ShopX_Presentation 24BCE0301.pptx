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 dirty="0" err="1">
                <a:solidFill>
                  <a:srgbClr val="E8FF47"/>
                </a:solidFill>
                <a:latin typeface="Calibri"/>
              </a:rPr>
              <a:t>ShopX</a:t>
            </a:r>
            <a:endParaRPr sz="8000" b="1" i="0" dirty="0">
              <a:solidFill>
                <a:srgbClr val="E8FF47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600" b="0" i="0">
                <a:solidFill>
                  <a:srgbClr val="F0F0F5"/>
                </a:solidFill>
                <a:latin typeface="Calibri"/>
              </a:defRPr>
            </a:lvl1pPr>
          </a:lstStyle>
          <a:p>
            <a:r>
              <a:rPr dirty="0"/>
              <a:t>Smart </a:t>
            </a:r>
            <a:r>
              <a:rPr lang="en-IN" dirty="0"/>
              <a:t>E-commerce Shopping Cart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57200" y="3520440"/>
            <a:ext cx="4754878" cy="41148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547872"/>
            <a:ext cx="46634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7A7A9A"/>
                </a:solidFill>
                <a:latin typeface="Calibri"/>
              </a:rPr>
              <a:t>Web Programming Project  •  </a:t>
            </a:r>
            <a:r>
              <a:rPr lang="en-US" sz="1600" dirty="0">
                <a:solidFill>
                  <a:srgbClr val="7A7A9A"/>
                </a:solidFill>
                <a:latin typeface="Calibri"/>
              </a:rPr>
              <a:t>Winter</a:t>
            </a:r>
            <a:r>
              <a:rPr lang="en-US" sz="1600" b="0" i="0" dirty="0">
                <a:solidFill>
                  <a:srgbClr val="7A7A9A"/>
                </a:solidFill>
                <a:latin typeface="Calibri"/>
              </a:rPr>
              <a:t>-Semester </a:t>
            </a:r>
            <a:r>
              <a:rPr sz="1600" b="0" i="0" dirty="0">
                <a:solidFill>
                  <a:srgbClr val="7A7A9A"/>
                </a:solidFill>
                <a:latin typeface="Calibri"/>
              </a:rPr>
              <a:t>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2595563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7200" b="0" i="0" dirty="0">
                <a:solidFill>
                  <a:srgbClr val="F0F0F5"/>
                </a:solidFill>
                <a:latin typeface="Calibri"/>
              </a:rPr>
              <a:t>🛍️</a:t>
            </a:r>
            <a:endParaRPr sz="7200" b="0" i="0" dirty="0">
              <a:solidFill>
                <a:srgbClr val="F0F0F5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5256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rgbClr val="7A7A9A"/>
                </a:solidFill>
                <a:latin typeface="Calibri"/>
              </a:rPr>
              <a:t>S</a:t>
            </a:r>
            <a:r>
              <a:rPr b="0" i="0" dirty="0" err="1">
                <a:solidFill>
                  <a:srgbClr val="7A7A9A"/>
                </a:solidFill>
                <a:latin typeface="Calibri"/>
              </a:rPr>
              <a:t>hop</a:t>
            </a:r>
            <a:r>
              <a:rPr lang="en-US" b="0" i="0" dirty="0" err="1">
                <a:solidFill>
                  <a:srgbClr val="7A7A9A"/>
                </a:solidFill>
                <a:latin typeface="Calibri"/>
              </a:rPr>
              <a:t>X</a:t>
            </a:r>
            <a:r>
              <a:rPr b="0" i="0" dirty="0">
                <a:solidFill>
                  <a:srgbClr val="7A7A9A"/>
                </a:solidFill>
                <a:latin typeface="Calibri"/>
              </a:rPr>
              <a:t>-ecommerce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3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158549"/>
            <a:ext cx="235187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7A7A9A"/>
                </a:solidFill>
                <a:latin typeface="Calibri"/>
              </a:rPr>
              <a:t>Presented by: </a:t>
            </a:r>
            <a:endParaRPr lang="en-US" sz="1500" b="0" i="0" dirty="0">
              <a:solidFill>
                <a:srgbClr val="7A7A9A"/>
              </a:solidFill>
              <a:latin typeface="Calibri"/>
            </a:endParaRPr>
          </a:p>
          <a:p>
            <a:pPr algn="l"/>
            <a:r>
              <a:rPr lang="en-IN" sz="1500" dirty="0">
                <a:solidFill>
                  <a:srgbClr val="7A7A9A"/>
                </a:solidFill>
                <a:latin typeface="Calibri"/>
              </a:rPr>
              <a:t>Name: </a:t>
            </a:r>
            <a:r>
              <a:rPr sz="1500" b="0" i="0" dirty="0">
                <a:solidFill>
                  <a:srgbClr val="7A7A9A"/>
                </a:solidFill>
                <a:latin typeface="Calibri"/>
              </a:rPr>
              <a:t>Ritisha Sinha</a:t>
            </a:r>
            <a:endParaRPr lang="en-US" sz="1500" b="0" i="0" dirty="0">
              <a:solidFill>
                <a:srgbClr val="7A7A9A"/>
              </a:solidFill>
              <a:latin typeface="Calibri"/>
            </a:endParaRPr>
          </a:p>
          <a:p>
            <a:pPr algn="l"/>
            <a:r>
              <a:rPr lang="en-IN" sz="1500" dirty="0">
                <a:solidFill>
                  <a:srgbClr val="7A7A9A"/>
                </a:solidFill>
                <a:latin typeface="Calibri"/>
              </a:rPr>
              <a:t>Reg. No.: 24BCE0301</a:t>
            </a:r>
            <a:endParaRPr sz="1500" b="0" i="0" dirty="0">
              <a:solidFill>
                <a:srgbClr val="7A7A9A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2A972D-AD29-1CFA-B186-994B04A954E7}"/>
              </a:ext>
            </a:extLst>
          </p:cNvPr>
          <p:cNvSpPr txBox="1"/>
          <p:nvPr/>
        </p:nvSpPr>
        <p:spPr>
          <a:xfrm>
            <a:off x="4205257" y="5158549"/>
            <a:ext cx="2351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7A7A9A"/>
                </a:solidFill>
                <a:latin typeface="Calibri"/>
              </a:rPr>
              <a:t>Presented </a:t>
            </a:r>
            <a:r>
              <a:rPr lang="en-US" sz="1600" dirty="0">
                <a:solidFill>
                  <a:srgbClr val="7A7A9A"/>
                </a:solidFill>
                <a:latin typeface="Calibri"/>
              </a:rPr>
              <a:t>to:</a:t>
            </a:r>
          </a:p>
          <a:p>
            <a:pPr algn="l"/>
            <a:r>
              <a:rPr lang="en-US" sz="1600" b="0" i="0" dirty="0">
                <a:solidFill>
                  <a:srgbClr val="7A7A9A"/>
                </a:solidFill>
                <a:latin typeface="Calibri"/>
              </a:rPr>
              <a:t>Prof. Kaspar 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447248D-57E6-D14E-9601-E80C4DC7C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368" y="1323905"/>
            <a:ext cx="1800476" cy="504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E8FF47"/>
                </a:solidFill>
                <a:latin typeface="Calibri"/>
              </a:rPr>
              <a:t>01 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0292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E8FF47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754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 dirty="0" err="1">
                <a:solidFill>
                  <a:srgbClr val="F0F0F5"/>
                </a:solidFill>
                <a:latin typeface="Calibri"/>
              </a:rPr>
              <a:t>ShopX</a:t>
            </a:r>
            <a:r>
              <a:rPr sz="1600" b="0" i="0" dirty="0">
                <a:solidFill>
                  <a:srgbClr val="F0F0F5"/>
                </a:solidFill>
                <a:latin typeface="Calibri"/>
              </a:rPr>
              <a:t> is a fully functional e-commerce web </a:t>
            </a:r>
            <a:r>
              <a:rPr lang="en-US" sz="1600" b="0" i="0" dirty="0">
                <a:solidFill>
                  <a:srgbClr val="F0F0F5"/>
                </a:solidFill>
                <a:latin typeface="Calibri"/>
              </a:rPr>
              <a:t>application</a:t>
            </a:r>
            <a:r>
              <a:rPr sz="1600" b="0" i="0" dirty="0">
                <a:solidFill>
                  <a:srgbClr val="F0F0F5"/>
                </a:solidFill>
                <a:latin typeface="Calibri"/>
              </a:rPr>
              <a:t> built with</a:t>
            </a:r>
            <a:r>
              <a:rPr lang="en-US" sz="1600" b="0" i="0" dirty="0">
                <a:solidFill>
                  <a:srgbClr val="F0F0F5"/>
                </a:solidFill>
                <a:latin typeface="Calibri"/>
              </a:rPr>
              <a:t> </a:t>
            </a:r>
            <a:r>
              <a:rPr lang="en-IN" sz="1600" dirty="0">
                <a:solidFill>
                  <a:srgbClr val="F0F0F5"/>
                </a:solidFill>
              </a:rPr>
              <a:t>HTML, CSS, JAVASCRIPT &amp;</a:t>
            </a:r>
            <a:r>
              <a:rPr sz="1600" b="0" i="0" dirty="0">
                <a:solidFill>
                  <a:srgbClr val="F0F0F5"/>
                </a:solidFill>
                <a:latin typeface="Calibri"/>
              </a:rPr>
              <a:t> React (CDN</a:t>
            </a:r>
            <a:r>
              <a:rPr lang="en-US" sz="1600" b="0" i="0" dirty="0">
                <a:solidFill>
                  <a:srgbClr val="F0F0F5"/>
                </a:solidFill>
                <a:latin typeface="Calibri"/>
              </a:rPr>
              <a:t>)</a:t>
            </a:r>
            <a:r>
              <a:rPr sz="1600" b="0" i="0" dirty="0">
                <a:solidFill>
                  <a:srgbClr val="F0F0F5"/>
                </a:solidFill>
                <a:latin typeface="Calibri"/>
              </a:rPr>
              <a:t>— with zero setup or build tools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  <a:latin typeface="Calibri"/>
              </a:rPr>
              <a:t>Problem Solved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29000"/>
            <a:ext cx="73152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450125"/>
            <a:ext cx="4480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0F0F5"/>
                </a:solidFill>
                <a:latin typeface="Calibri"/>
              </a:rPr>
              <a:t>Students struggle to set up React environments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67860"/>
            <a:ext cx="73152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971559"/>
            <a:ext cx="4480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0F0F5"/>
                </a:solidFill>
                <a:latin typeface="Calibri"/>
              </a:rPr>
              <a:t>Complex e-commerce UIs are hard to build from scratch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533" y="4706720"/>
            <a:ext cx="73152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74352"/>
            <a:ext cx="4480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0F0F5"/>
                </a:solidFill>
                <a:latin typeface="Calibri"/>
              </a:rPr>
              <a:t>Reviews &amp; feedback systems need backend — we solved it with </a:t>
            </a:r>
            <a:r>
              <a:rPr sz="1600" b="0" i="0" dirty="0" err="1">
                <a:solidFill>
                  <a:srgbClr val="F0F0F5"/>
                </a:solidFill>
                <a:latin typeface="Calibri"/>
              </a:rPr>
              <a:t>localStorage</a:t>
            </a:r>
            <a:endParaRPr sz="1600" b="0" i="0" dirty="0">
              <a:solidFill>
                <a:srgbClr val="F0F0F5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35040" y="1188720"/>
            <a:ext cx="5760720" cy="50292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0F0F5"/>
                </a:solidFill>
                <a:latin typeface="Calibri"/>
              </a:rPr>
              <a:t>At a Glance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920240"/>
            <a:ext cx="1005840" cy="6858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92024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FF47"/>
                </a:solidFill>
                <a:latin typeface="Calibri"/>
              </a:rPr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11680"/>
            <a:ext cx="402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7A7A9A"/>
                </a:solidFill>
                <a:latin typeface="Calibri"/>
              </a:rPr>
              <a:t>Products across 4 categories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971800"/>
            <a:ext cx="1005840" cy="6858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7180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FF47"/>
                </a:solidFill>
                <a:latin typeface="Calibri"/>
              </a:rPr>
              <a:t>10+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063240"/>
            <a:ext cx="402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A7A9A"/>
                </a:solidFill>
                <a:latin typeface="Calibri"/>
              </a:rPr>
              <a:t>Features implemented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023360"/>
            <a:ext cx="1005840" cy="6858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402336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E8FF47"/>
                </a:solidFill>
                <a:latin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114800"/>
            <a:ext cx="402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A7A9A"/>
                </a:solidFill>
                <a:latin typeface="Calibri"/>
              </a:rPr>
              <a:t>npm installs needed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074920"/>
            <a:ext cx="1005840" cy="6858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7648" y="507492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FF47"/>
                </a:solidFill>
                <a:latin typeface="Calibr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5166359"/>
            <a:ext cx="402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A7A9A"/>
                </a:solidFill>
                <a:latin typeface="Calibri"/>
              </a:rPr>
              <a:t>Responsive &amp; deployable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E8FF47"/>
                </a:solidFill>
                <a:latin typeface="Calibri"/>
              </a:rPr>
              <a:t>02 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3657600" cy="22860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64008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990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0F5"/>
                </a:solidFill>
                <a:latin typeface="Calibri"/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E8FF47"/>
                </a:solidFill>
                <a:latin typeface="Calibri"/>
              </a:rPr>
              <a:t>Search &amp;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7A7A9A"/>
                </a:solidFill>
                <a:latin typeface="Calibri"/>
              </a:rPr>
              <a:t>Category filter, price slider &amp; keyword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657600" cy="22860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657600" cy="64008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3990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0F5"/>
                </a:solidFill>
                <a:latin typeface="Calibri"/>
              </a:rPr>
              <a:t>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E8FF47"/>
                </a:solidFill>
                <a:latin typeface="Calibri"/>
              </a:rPr>
              <a:t>Smart Cart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77440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7A7A9A"/>
                </a:solidFill>
                <a:latin typeface="Calibri"/>
              </a:rPr>
              <a:t>Add / remove items, qty control, slide-out panel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3657600" cy="22860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3657600" cy="64008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3990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0F5"/>
                </a:solidFill>
                <a:latin typeface="Calibri"/>
              </a:rPr>
              <a:t>🏷️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2024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E8FF47"/>
                </a:solidFill>
                <a:latin typeface="Calibri"/>
              </a:rPr>
              <a:t>Discount Codes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77440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7A7A9A"/>
                </a:solidFill>
                <a:latin typeface="Calibri"/>
              </a:rPr>
              <a:t>SAVE10 · SHOPX20 · WELCOME15 · FLAT50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22860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3657600" cy="64008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9593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0F5"/>
                </a:solidFill>
                <a:latin typeface="Calibri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8056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E8FF47"/>
                </a:solidFill>
                <a:latin typeface="Calibri"/>
              </a:rPr>
              <a:t>Live Review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37760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7A7A9A"/>
                </a:solidFill>
                <a:latin typeface="Calibri"/>
              </a:rPr>
              <a:t>Star ratings + comments persisted in </a:t>
            </a:r>
            <a:r>
              <a:rPr dirty="0" err="1">
                <a:solidFill>
                  <a:srgbClr val="7A7A9A"/>
                </a:solidFill>
                <a:latin typeface="Calibri"/>
              </a:rPr>
              <a:t>localStorage</a:t>
            </a:r>
            <a:endParaRPr dirty="0">
              <a:solidFill>
                <a:srgbClr val="7A7A9A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97680" y="3794760"/>
            <a:ext cx="3657600" cy="22860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0" y="3794760"/>
            <a:ext cx="3657600" cy="64008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9593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0F5"/>
                </a:solidFill>
                <a:latin typeface="Calibri"/>
              </a:rP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48056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E8FF47"/>
                </a:solidFill>
                <a:latin typeface="Calibri"/>
              </a:rPr>
              <a:t>Budget Coach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937760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7A7A9A"/>
                </a:solidFill>
                <a:latin typeface="Calibri"/>
              </a:rPr>
              <a:t>Real-time spending tracker with progress bar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794760"/>
            <a:ext cx="3657600" cy="22860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3794760"/>
            <a:ext cx="3657600" cy="64008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39593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0F5"/>
                </a:solidFill>
                <a:latin typeface="Calibri"/>
              </a:rPr>
              <a:t>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48056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E8FF47"/>
                </a:solidFill>
                <a:latin typeface="Calibri"/>
              </a:rPr>
              <a:t>Full Checkout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937760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7A7A9A"/>
                </a:solidFill>
                <a:latin typeface="Calibri"/>
              </a:defRPr>
            </a:lvl1pPr>
          </a:lstStyle>
          <a:p>
            <a:r>
              <a:rPr dirty="0"/>
              <a:t>Form validation, order ID &amp; success confirmation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E8FF47"/>
                </a:solidFill>
                <a:latin typeface="Calibri"/>
              </a:rPr>
              <a:t>03 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13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solidFill>
            <a:srgbClr val="22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1298448"/>
            <a:ext cx="146304" cy="14630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298448"/>
            <a:ext cx="146304" cy="146304"/>
          </a:xfrm>
          <a:prstGeom prst="ellipse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1298448"/>
            <a:ext cx="146304" cy="14630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63040" y="1234440"/>
            <a:ext cx="6858000" cy="32004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23444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A9A"/>
                </a:solidFill>
                <a:latin typeface="Calibri"/>
              </a:rPr>
              <a:t>https://ritishasinha.github.io/shopx-ecommerce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5486400" cy="118872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E8FF47"/>
                </a:solidFill>
                <a:latin typeface="Calibri"/>
              </a:rPr>
              <a:t>1️⃣  Browse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19009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7A7A9A"/>
                </a:solidFill>
                <a:latin typeface="Calibri"/>
              </a:rPr>
              <a:t>Show the hero section, product grid with images &amp; ratings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5486400" cy="118872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300" b="1" i="0">
                <a:solidFill>
                  <a:srgbClr val="E8FF47"/>
                </a:solidFill>
                <a:latin typeface="Calibri"/>
              </a:defRPr>
            </a:lvl1pPr>
          </a:lstStyle>
          <a:p>
            <a:r>
              <a:rPr sz="2200" dirty="0"/>
              <a:t>2️⃣  Search &amp;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26167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7A7A9A"/>
                </a:solidFill>
                <a:latin typeface="Calibri"/>
              </a:rPr>
              <a:t>Type a keyword, change category, drag price slider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912" y="4526280"/>
            <a:ext cx="5486400" cy="118872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E8FF47"/>
                </a:solidFill>
                <a:latin typeface="Calibri"/>
              </a:rPr>
              <a:t>3️⃣  Add to Cart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97767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7A7A9A"/>
                </a:solidFill>
                <a:latin typeface="Calibri"/>
              </a:rPr>
              <a:t>Click 'Add to Cart' — toast appears, cart count updates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783080"/>
            <a:ext cx="5486400" cy="118872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1874519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300" b="1" i="0">
                <a:solidFill>
                  <a:srgbClr val="E8FF47"/>
                </a:solidFill>
                <a:latin typeface="Calibri"/>
              </a:defRPr>
            </a:lvl1pPr>
          </a:lstStyle>
          <a:p>
            <a:r>
              <a:rPr sz="2200" dirty="0"/>
              <a:t>4️⃣  Apply Discount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354567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7A7A9A"/>
                </a:solidFill>
                <a:latin typeface="Calibri"/>
              </a:rPr>
              <a:t>Enter code SHOPX20 — 20% off applied instantly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154680"/>
            <a:ext cx="5486400" cy="118872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3246120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E8FF47"/>
                </a:solidFill>
                <a:latin typeface="Calibri"/>
              </a:rPr>
              <a:t>5️⃣  Write a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726167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7A7A9A"/>
                </a:solidFill>
                <a:latin typeface="Calibri"/>
              </a:rPr>
              <a:t>Open product detail → give stars → post review live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526280"/>
            <a:ext cx="5486400" cy="118872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4617720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E8FF47"/>
                </a:solidFill>
                <a:latin typeface="Calibri"/>
              </a:rPr>
              <a:t>6️⃣  Place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097767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7A7A9A"/>
                </a:solidFill>
                <a:latin typeface="Calibri"/>
              </a:rPr>
              <a:t>Fill checkout form → Place Order → success modal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E8FF47"/>
                </a:solidFill>
                <a:latin typeface="Calibri"/>
              </a:rPr>
              <a:t>04  TECHNICAL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12064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0F0F5"/>
                </a:solidFill>
                <a:latin typeface="Calibri"/>
              </a:rPr>
              <a:t>Technologies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72352"/>
            <a:ext cx="54864" cy="502920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E8FF47"/>
                </a:solidFill>
                <a:latin typeface="Calibri"/>
              </a:rPr>
              <a:t>HTML5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7A7A9A"/>
                </a:solidFill>
                <a:latin typeface="Calibri"/>
              </a:rPr>
              <a:t>Page structure &amp; semantic layout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812024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8BDF8"/>
                </a:solidFill>
                <a:latin typeface="Calibri"/>
              </a:rPr>
              <a:t>CSS3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7A9A"/>
                </a:solidFill>
                <a:latin typeface="Calibri"/>
              </a:rPr>
              <a:t>Animations, grid, responsive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625152"/>
            <a:ext cx="54864" cy="502920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61DBFB"/>
                </a:solidFill>
                <a:latin typeface="Calibri"/>
              </a:rPr>
              <a:t>React 18 CDN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58768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7A9A"/>
                </a:solidFill>
                <a:latin typeface="Calibri"/>
              </a:rPr>
              <a:t>Components, hooks, state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448112"/>
            <a:ext cx="54864" cy="502920"/>
          </a:xfrm>
          <a:prstGeom prst="rect">
            <a:avLst/>
          </a:prstGeom>
          <a:solidFill>
            <a:srgbClr val="F5D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DA55"/>
                </a:solidFill>
                <a:latin typeface="Calibri"/>
              </a:rPr>
              <a:t>Babel CDN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7A9A"/>
                </a:solidFill>
                <a:latin typeface="Calibri"/>
              </a:rPr>
              <a:t>JSX transpilation in the browser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271072"/>
            <a:ext cx="54864" cy="5029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4ADE80"/>
                </a:solidFill>
                <a:latin typeface="Calibri"/>
              </a:rPr>
              <a:t>localStorage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04688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7A9A"/>
                </a:solidFill>
                <a:latin typeface="Calibri"/>
              </a:rPr>
              <a:t>Persist reviews across sessions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88720"/>
            <a:ext cx="5760720" cy="512064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0F0F5"/>
                </a:solidFill>
                <a:latin typeface="Calibri"/>
              </a:rPr>
              <a:t>How It Works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920240"/>
            <a:ext cx="5303520" cy="9601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60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E8FF47"/>
                </a:solidFill>
                <a:latin typeface="Calibri"/>
              </a:rPr>
              <a:t>index.html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04288"/>
            <a:ext cx="49377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7A7A9A"/>
                </a:solidFill>
                <a:latin typeface="Calibri"/>
              </a:rPr>
              <a:t>Loads React + Babel from CDN. Mounts #root div. Links style.css &amp; script.js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017520"/>
            <a:ext cx="5303520" cy="9601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063239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E8FF47"/>
                </a:solidFill>
                <a:latin typeface="Calibri"/>
              </a:rPr>
              <a:t>style.css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015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7A7A9A"/>
                </a:solidFill>
                <a:latin typeface="Calibri"/>
              </a:rPr>
              <a:t>CSS variables for theming. Grid + flexbox layouts. Animations &amp; responsive breakpoints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114800"/>
            <a:ext cx="5303520" cy="9601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4160520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E8FF47"/>
                </a:solidFill>
                <a:latin typeface="Calibri"/>
              </a:rPr>
              <a:t>script.js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4988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7A9A"/>
                </a:solidFill>
                <a:latin typeface="Calibri"/>
              </a:rPr>
              <a:t>All React components in one file. useState / useMemo / useEffect hooks manage cart, filters, reviews &amp; UI 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5212079"/>
            <a:ext cx="5303520" cy="9601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5257799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E8FF47"/>
                </a:solidFill>
                <a:latin typeface="Calibri"/>
              </a:rPr>
              <a:t>ReviewSection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596127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7A9A"/>
                </a:solidFill>
                <a:latin typeface="Calibri"/>
              </a:rPr>
              <a:t>Separate component — filters reviews by productId, saves to localStorage on every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E8FF47"/>
                </a:solidFill>
                <a:latin typeface="Calibri"/>
              </a:rPr>
              <a:t>05  CREATIVITY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36576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E8FF47"/>
                </a:solidFill>
                <a:latin typeface="Calibri"/>
              </a:rPr>
              <a:t>✨ Creativity Introduced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73152" cy="274320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4663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5"/>
                </a:solidFill>
                <a:latin typeface="Calibri"/>
              </a:rPr>
              <a:t>Dark theme with CSS variables — easy to restyle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31720"/>
            <a:ext cx="73152" cy="274320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4663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5"/>
                </a:solidFill>
                <a:latin typeface="Calibri"/>
              </a:rPr>
              <a:t>Live review badge updates on product cards in real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88920"/>
            <a:ext cx="73152" cy="274320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761488"/>
            <a:ext cx="4663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5"/>
                </a:solidFill>
                <a:latin typeface="Calibri"/>
              </a:rPr>
              <a:t>Budget coach with color-coded progress bar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46120"/>
            <a:ext cx="73152" cy="274320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218688"/>
            <a:ext cx="4663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5"/>
                </a:solidFill>
                <a:latin typeface="Calibri"/>
              </a:rPr>
              <a:t>Avatar initials auto-generated from reviewer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703320"/>
            <a:ext cx="73152" cy="274320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675887"/>
            <a:ext cx="4663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5"/>
                </a:solidFill>
                <a:latin typeface="Calibri"/>
              </a:rPr>
              <a:t>Hover star rating with text label (Poor → Excellent)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160520"/>
            <a:ext cx="73152" cy="274320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33087"/>
            <a:ext cx="4663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5"/>
                </a:solidFill>
                <a:latin typeface="Calibri"/>
              </a:rPr>
              <a:t>Zero npm setup — runs in any browser instantly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188720"/>
            <a:ext cx="5760720" cy="36576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1353312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6B6B"/>
                </a:solidFill>
                <a:latin typeface="Calibri"/>
              </a:rPr>
              <a:t>🔧 Challenges Managed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061327"/>
            <a:ext cx="73152" cy="411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984736"/>
            <a:ext cx="52120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F0F0F5"/>
                </a:solidFill>
                <a:latin typeface="Calibri"/>
              </a:rPr>
              <a:t>ReviewSection</a:t>
            </a:r>
            <a:r>
              <a:rPr sz="1500" b="0" i="0" dirty="0">
                <a:solidFill>
                  <a:srgbClr val="F0F0F5"/>
                </a:solidFill>
                <a:latin typeface="Calibri"/>
              </a:rPr>
              <a:t> not wired to modal — fixed by integrating inside detail modal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652248"/>
            <a:ext cx="73152" cy="411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2693640"/>
            <a:ext cx="5212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F0F0F5"/>
                </a:solidFill>
                <a:latin typeface="Calibri"/>
              </a:rPr>
              <a:t>Modal overflow with reviews — solved with scrollable inner div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292327"/>
            <a:ext cx="73152" cy="411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264896"/>
            <a:ext cx="52120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F0F0F5"/>
                </a:solidFill>
                <a:latin typeface="Calibri"/>
              </a:rPr>
              <a:t>Review count badge updating live — used derived state from reviews array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932407"/>
            <a:ext cx="73152" cy="411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954135"/>
            <a:ext cx="5212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F0F0F5"/>
                </a:solidFill>
                <a:latin typeface="Calibri"/>
              </a:rPr>
              <a:t>No backend — used </a:t>
            </a:r>
            <a:r>
              <a:rPr sz="1500" b="0" i="0" dirty="0" err="1">
                <a:solidFill>
                  <a:srgbClr val="F0F0F5"/>
                </a:solidFill>
                <a:latin typeface="Calibri"/>
              </a:rPr>
              <a:t>localStorage</a:t>
            </a:r>
            <a:r>
              <a:rPr sz="1500" b="0" i="0" dirty="0">
                <a:solidFill>
                  <a:srgbClr val="F0F0F5"/>
                </a:solidFill>
                <a:latin typeface="Calibri"/>
              </a:rPr>
              <a:t> for full persistence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29200"/>
            <a:ext cx="11430000" cy="1280160"/>
          </a:xfrm>
          <a:prstGeom prst="rect">
            <a:avLst/>
          </a:prstGeom>
          <a:solidFill>
            <a:srgbClr val="13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5029200"/>
            <a:ext cx="11430000" cy="54864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335846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F0F0F5"/>
                </a:solidFill>
                <a:latin typeface="Calibri"/>
              </a:rPr>
              <a:t>ShopX</a:t>
            </a:r>
            <a:r>
              <a:rPr sz="1600" b="0" i="0" dirty="0">
                <a:solidFill>
                  <a:srgbClr val="F0F0F5"/>
                </a:solidFill>
                <a:latin typeface="Calibri"/>
              </a:rPr>
              <a:t> is a zero-setup e-commerce </a:t>
            </a:r>
            <a:r>
              <a:rPr lang="en-US" sz="1600" b="0" i="0" dirty="0" err="1">
                <a:solidFill>
                  <a:srgbClr val="F0F0F5"/>
                </a:solidFill>
                <a:latin typeface="Calibri"/>
              </a:rPr>
              <a:t>wep</a:t>
            </a:r>
            <a:r>
              <a:rPr lang="en-US" sz="1600" b="0" i="0" dirty="0">
                <a:solidFill>
                  <a:srgbClr val="F0F0F5"/>
                </a:solidFill>
                <a:latin typeface="Calibri"/>
              </a:rPr>
              <a:t>-app</a:t>
            </a:r>
            <a:r>
              <a:rPr sz="1600" b="0" i="0" dirty="0">
                <a:solidFill>
                  <a:srgbClr val="F0F0F5"/>
                </a:solidFill>
                <a:latin typeface="Calibri"/>
              </a:rPr>
              <a:t> built purely with React CDN — demonstrating real-world features: filtering, cart management, discount codes, budget tracking, live reviews, and full checkout</a:t>
            </a:r>
            <a:r>
              <a:rPr lang="en-US" sz="1600" b="0" i="0" dirty="0">
                <a:solidFill>
                  <a:srgbClr val="F0F0F5"/>
                </a:solidFill>
                <a:latin typeface="Calibri"/>
              </a:rPr>
              <a:t>.</a:t>
            </a:r>
            <a:endParaRPr sz="1600" b="0" i="0" dirty="0">
              <a:solidFill>
                <a:srgbClr val="F0F0F5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336792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F47"/>
                </a:solidFill>
                <a:latin typeface="Calibri"/>
              </a:rPr>
              <a:t>🔗 github.com/</a:t>
            </a:r>
            <a:r>
              <a:rPr sz="1200" b="0" i="0" dirty="0" err="1">
                <a:solidFill>
                  <a:srgbClr val="E8FF47"/>
                </a:solidFill>
                <a:latin typeface="Calibri"/>
              </a:rPr>
              <a:t>RitishaSinha</a:t>
            </a:r>
            <a:r>
              <a:rPr sz="1200" b="0" i="0" dirty="0">
                <a:solidFill>
                  <a:srgbClr val="E8FF47"/>
                </a:solidFill>
                <a:latin typeface="Calibri"/>
              </a:rPr>
              <a:t>/</a:t>
            </a:r>
            <a:r>
              <a:rPr sz="1200" b="0" i="0" dirty="0" err="1">
                <a:solidFill>
                  <a:srgbClr val="E8FF47"/>
                </a:solidFill>
                <a:latin typeface="Calibri"/>
              </a:rPr>
              <a:t>shopx</a:t>
            </a:r>
            <a:r>
              <a:rPr sz="1200" b="0" i="0" dirty="0">
                <a:solidFill>
                  <a:srgbClr val="E8FF47"/>
                </a:solidFill>
                <a:latin typeface="Calibri"/>
              </a:rPr>
              <a:t>-ecommerce     </a:t>
            </a:r>
            <a:r>
              <a:rPr lang="en-US" sz="1200" b="0" i="0" dirty="0">
                <a:solidFill>
                  <a:srgbClr val="E8FF47"/>
                </a:solidFill>
                <a:latin typeface="Calibri"/>
              </a:rPr>
              <a:t>												</a:t>
            </a:r>
            <a:r>
              <a:rPr sz="1200" b="0" i="0" dirty="0">
                <a:solidFill>
                  <a:srgbClr val="E8FF47"/>
                </a:solidFill>
                <a:latin typeface="Calibri"/>
              </a:rPr>
              <a:t>  🌐 ritishasinha.github.io/</a:t>
            </a:r>
            <a:r>
              <a:rPr sz="1200" b="0" i="0" dirty="0" err="1">
                <a:solidFill>
                  <a:srgbClr val="E8FF47"/>
                </a:solidFill>
                <a:latin typeface="Calibri"/>
              </a:rPr>
              <a:t>shopx</a:t>
            </a:r>
            <a:r>
              <a:rPr sz="1200" b="0" i="0" dirty="0">
                <a:solidFill>
                  <a:srgbClr val="E8FF47"/>
                </a:solidFill>
                <a:latin typeface="Calibri"/>
              </a:rPr>
              <a:t>-ecommerce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571</Words>
  <Application>Microsoft Office PowerPoint</Application>
  <PresentationFormat>Custom</PresentationFormat>
  <Paragraphs>95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RITISHA SINHA</dc:creator>
  <cp:keywords/>
  <dc:description>generated using python-pptx</dc:description>
  <cp:lastModifiedBy>Ritisha Sinha</cp:lastModifiedBy>
  <cp:revision>4</cp:revision>
  <dcterms:created xsi:type="dcterms:W3CDTF">2013-01-27T09:14:16Z</dcterms:created>
  <dcterms:modified xsi:type="dcterms:W3CDTF">2026-03-31T06:57:27Z</dcterms:modified>
  <cp:category/>
</cp:coreProperties>
</file>
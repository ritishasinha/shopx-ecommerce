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 dirty="0" err="1">
                <a:solidFill>
                  <a:srgbClr val="E8FF47"/>
                </a:solidFill>
                <a:latin typeface="Calibri"/>
              </a:rPr>
              <a:t>ShopX</a:t>
            </a:r>
            <a:endParaRPr sz="8000" b="1" i="0" dirty="0">
              <a:solidFill>
                <a:srgbClr val="E8FF47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600" b="0" i="0">
                <a:solidFill>
                  <a:srgbClr val="F0F0F5"/>
                </a:solidFill>
                <a:latin typeface="Calibri"/>
              </a:defRPr>
            </a:lvl1pPr>
          </a:lstStyle>
          <a:p>
            <a:r>
              <a:rPr dirty="0"/>
              <a:t>Smart </a:t>
            </a:r>
            <a:r>
              <a:rPr lang="en-IN" dirty="0"/>
              <a:t>E-commerce Shopping Cart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457200" y="3520440"/>
            <a:ext cx="4480558" cy="41148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547872"/>
            <a:ext cx="4535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Web Programming Project  •  </a:t>
            </a:r>
            <a:r>
              <a:rPr lang="en-US" sz="1600" b="0" i="0" dirty="0">
                <a:solidFill>
                  <a:srgbClr val="7A7A9A"/>
                </a:solidFill>
                <a:latin typeface="Calibri"/>
              </a:rPr>
              <a:t>Fall-Semester </a:t>
            </a:r>
            <a:r>
              <a:rPr sz="1600" b="0" i="0" dirty="0">
                <a:solidFill>
                  <a:srgbClr val="7A7A9A"/>
                </a:solidFill>
                <a:latin typeface="Calibri"/>
              </a:rPr>
              <a:t>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0" y="0"/>
            <a:ext cx="3227832" cy="68580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0" y="2595563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7200" b="0" i="0" dirty="0">
                <a:solidFill>
                  <a:srgbClr val="F0F0F5"/>
                </a:solidFill>
                <a:latin typeface="Calibri"/>
              </a:rPr>
              <a:t>🛍️</a:t>
            </a:r>
            <a:endParaRPr sz="7200" b="0" i="0" dirty="0">
              <a:solidFill>
                <a:srgbClr val="F0F0F5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52560" y="38404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>
                <a:solidFill>
                  <a:srgbClr val="7A7A9A"/>
                </a:solidFill>
                <a:latin typeface="Calibri"/>
              </a:rPr>
              <a:t>S</a:t>
            </a:r>
            <a:r>
              <a:rPr b="0" i="0" dirty="0" err="1">
                <a:solidFill>
                  <a:srgbClr val="7A7A9A"/>
                </a:solidFill>
                <a:latin typeface="Calibri"/>
              </a:rPr>
              <a:t>hop</a:t>
            </a:r>
            <a:r>
              <a:rPr lang="en-US" b="0" i="0" dirty="0" err="1">
                <a:solidFill>
                  <a:srgbClr val="7A7A9A"/>
                </a:solidFill>
                <a:latin typeface="Calibri"/>
              </a:rPr>
              <a:t>X</a:t>
            </a:r>
            <a:r>
              <a:rPr b="0" i="0" dirty="0">
                <a:solidFill>
                  <a:srgbClr val="7A7A9A"/>
                </a:solidFill>
                <a:latin typeface="Calibri"/>
              </a:rPr>
              <a:t>-ecommerce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3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5158549"/>
            <a:ext cx="235187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7A7A9A"/>
                </a:solidFill>
                <a:latin typeface="Calibri"/>
              </a:rPr>
              <a:t>Presented by: </a:t>
            </a:r>
            <a:endParaRPr lang="en-US" sz="1500" b="0" i="0" dirty="0">
              <a:solidFill>
                <a:srgbClr val="7A7A9A"/>
              </a:solidFill>
              <a:latin typeface="Calibri"/>
            </a:endParaRPr>
          </a:p>
          <a:p>
            <a:pPr algn="l"/>
            <a:r>
              <a:rPr lang="en-IN" sz="1500" dirty="0">
                <a:solidFill>
                  <a:srgbClr val="7A7A9A"/>
                </a:solidFill>
                <a:latin typeface="Calibri"/>
              </a:rPr>
              <a:t>Name: </a:t>
            </a:r>
            <a:r>
              <a:rPr sz="1500" b="0" i="0" dirty="0">
                <a:solidFill>
                  <a:srgbClr val="7A7A9A"/>
                </a:solidFill>
                <a:latin typeface="Calibri"/>
              </a:rPr>
              <a:t>Ritisha Sinha</a:t>
            </a:r>
            <a:endParaRPr lang="en-US" sz="1500" b="0" i="0" dirty="0">
              <a:solidFill>
                <a:srgbClr val="7A7A9A"/>
              </a:solidFill>
              <a:latin typeface="Calibri"/>
            </a:endParaRPr>
          </a:p>
          <a:p>
            <a:pPr algn="l"/>
            <a:r>
              <a:rPr lang="en-IN" sz="1500" dirty="0">
                <a:solidFill>
                  <a:srgbClr val="7A7A9A"/>
                </a:solidFill>
                <a:latin typeface="Calibri"/>
              </a:rPr>
              <a:t>Reg. No.: 24BCE0301</a:t>
            </a:r>
            <a:endParaRPr sz="1500" b="0" i="0" dirty="0">
              <a:solidFill>
                <a:srgbClr val="7A7A9A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2A972D-AD29-1CFA-B186-994B04A954E7}"/>
              </a:ext>
            </a:extLst>
          </p:cNvPr>
          <p:cNvSpPr txBox="1"/>
          <p:nvPr/>
        </p:nvSpPr>
        <p:spPr>
          <a:xfrm>
            <a:off x="4205257" y="5158549"/>
            <a:ext cx="235187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Presented </a:t>
            </a:r>
            <a:r>
              <a:rPr lang="en-US" sz="1600" dirty="0">
                <a:solidFill>
                  <a:srgbClr val="7A7A9A"/>
                </a:solidFill>
                <a:latin typeface="Calibri"/>
              </a:rPr>
              <a:t>to:</a:t>
            </a:r>
          </a:p>
          <a:p>
            <a:pPr algn="l"/>
            <a:r>
              <a:rPr lang="en-US" sz="1600" b="0" i="0" dirty="0">
                <a:solidFill>
                  <a:srgbClr val="7A7A9A"/>
                </a:solidFill>
                <a:latin typeface="Calibri"/>
              </a:rPr>
              <a:t>Prof. Kaspar 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447248D-57E6-D14E-9601-E80C4DC7C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0368" y="1323905"/>
            <a:ext cx="1800476" cy="5048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E8FF47"/>
                </a:solidFill>
                <a:latin typeface="Calibri"/>
              </a:rPr>
              <a:t>01 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03520" cy="50292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E8FF47"/>
                </a:solidFill>
                <a:latin typeface="Calibri"/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47548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 dirty="0" err="1">
                <a:solidFill>
                  <a:srgbClr val="F0F0F5"/>
                </a:solidFill>
                <a:latin typeface="Calibri"/>
              </a:rPr>
              <a:t>ShopX</a:t>
            </a:r>
            <a:r>
              <a:rPr sz="1600" b="0" i="0" dirty="0">
                <a:solidFill>
                  <a:srgbClr val="F0F0F5"/>
                </a:solidFill>
                <a:latin typeface="Calibri"/>
              </a:rPr>
              <a:t> is a fully functional e-commerce web </a:t>
            </a:r>
            <a:r>
              <a:rPr lang="en-US" sz="1600" b="0" i="0" dirty="0">
                <a:solidFill>
                  <a:srgbClr val="F0F0F5"/>
                </a:solidFill>
                <a:latin typeface="Calibri"/>
              </a:rPr>
              <a:t>application</a:t>
            </a:r>
            <a:r>
              <a:rPr sz="1600" b="0" i="0" dirty="0">
                <a:solidFill>
                  <a:srgbClr val="F0F0F5"/>
                </a:solidFill>
                <a:latin typeface="Calibri"/>
              </a:rPr>
              <a:t> built with</a:t>
            </a:r>
            <a:r>
              <a:rPr lang="en-US" sz="1600" b="0" i="0" dirty="0">
                <a:solidFill>
                  <a:srgbClr val="F0F0F5"/>
                </a:solidFill>
                <a:latin typeface="Calibri"/>
              </a:rPr>
              <a:t> </a:t>
            </a:r>
            <a:r>
              <a:rPr lang="en-IN" sz="1600" dirty="0">
                <a:solidFill>
                  <a:srgbClr val="F0F0F5"/>
                </a:solidFill>
              </a:rPr>
              <a:t>HTML, CSS, JAVASCRIPT &amp;</a:t>
            </a:r>
            <a:r>
              <a:rPr sz="1600" b="0" i="0" dirty="0">
                <a:solidFill>
                  <a:srgbClr val="F0F0F5"/>
                </a:solidFill>
                <a:latin typeface="Calibri"/>
              </a:rPr>
              <a:t> React (CDN</a:t>
            </a:r>
            <a:r>
              <a:rPr lang="en-US" sz="1600" b="0" i="0" dirty="0">
                <a:solidFill>
                  <a:srgbClr val="F0F0F5"/>
                </a:solidFill>
                <a:latin typeface="Calibri"/>
              </a:rPr>
              <a:t>)</a:t>
            </a:r>
            <a:r>
              <a:rPr sz="1600" b="0" i="0" dirty="0">
                <a:solidFill>
                  <a:srgbClr val="F0F0F5"/>
                </a:solidFill>
                <a:latin typeface="Calibri"/>
              </a:rPr>
              <a:t>— with zero setup or build tools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  <a:latin typeface="Calibri"/>
              </a:rPr>
              <a:t>Problem Solved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29000"/>
            <a:ext cx="73152" cy="3200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450125"/>
            <a:ext cx="4480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F0F0F5"/>
                </a:solidFill>
                <a:latin typeface="Calibri"/>
              </a:rPr>
              <a:t>Students struggle to set up React environments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67860"/>
            <a:ext cx="73152" cy="3200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971559"/>
            <a:ext cx="4480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F0F0F5"/>
                </a:solidFill>
                <a:latin typeface="Calibri"/>
              </a:rPr>
              <a:t>Complex e-commerce UIs are hard to build from scratch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4533" y="4706720"/>
            <a:ext cx="73152" cy="3200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574352"/>
            <a:ext cx="4480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F0F0F5"/>
                </a:solidFill>
                <a:latin typeface="Calibri"/>
              </a:rPr>
              <a:t>Reviews &amp; feedback systems need backend — we solved it with </a:t>
            </a:r>
            <a:r>
              <a:rPr sz="1600" b="0" i="0" dirty="0" err="1">
                <a:solidFill>
                  <a:srgbClr val="F0F0F5"/>
                </a:solidFill>
                <a:latin typeface="Calibri"/>
              </a:rPr>
              <a:t>localStorage</a:t>
            </a:r>
            <a:endParaRPr sz="1600" b="0" i="0" dirty="0">
              <a:solidFill>
                <a:srgbClr val="F0F0F5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35040" y="1188720"/>
            <a:ext cx="5760720" cy="50292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0F0F5"/>
                </a:solidFill>
                <a:latin typeface="Calibri"/>
              </a:rPr>
              <a:t>At a Glance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920240"/>
            <a:ext cx="1005840" cy="68580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27648" y="1920240"/>
            <a:ext cx="1005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FF47"/>
                </a:solidFill>
                <a:latin typeface="Calibri"/>
              </a:rPr>
              <a:t>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011680"/>
            <a:ext cx="4023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rgbClr val="7A7A9A"/>
                </a:solidFill>
                <a:latin typeface="Calibri"/>
              </a:rPr>
              <a:t>Products across 4 categories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2971800"/>
            <a:ext cx="1005840" cy="68580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27648" y="2971800"/>
            <a:ext cx="1005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FF47"/>
                </a:solidFill>
                <a:latin typeface="Calibri"/>
              </a:rPr>
              <a:t>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3063240"/>
            <a:ext cx="4023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7A7A9A"/>
                </a:solidFill>
                <a:latin typeface="Calibri"/>
              </a:rPr>
              <a:t>Features implemented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023360"/>
            <a:ext cx="1005840" cy="68580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27648" y="4023360"/>
            <a:ext cx="1005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 dirty="0">
                <a:solidFill>
                  <a:srgbClr val="E8FF47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4114800"/>
            <a:ext cx="4023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7A7A9A"/>
                </a:solidFill>
                <a:latin typeface="Calibri"/>
              </a:rPr>
              <a:t>npm installs needed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5074920"/>
            <a:ext cx="1005840" cy="68580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27648" y="5074920"/>
            <a:ext cx="1005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FF47"/>
                </a:solidFill>
                <a:latin typeface="Calibri"/>
              </a:rP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5166359"/>
            <a:ext cx="4023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7A7A9A"/>
                </a:solidFill>
                <a:latin typeface="Calibri"/>
              </a:rPr>
              <a:t>Responsive &amp; deployable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E8FF47"/>
                </a:solidFill>
                <a:latin typeface="Calibri"/>
              </a:rPr>
              <a:t>02  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34440"/>
            <a:ext cx="3657600" cy="22860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657600" cy="64008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39903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5"/>
                </a:solidFill>
                <a:latin typeface="Calibri"/>
              </a:rPr>
              <a:t>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E8FF47"/>
                </a:solidFill>
                <a:latin typeface="Calibri"/>
              </a:rPr>
              <a:t>Search &amp; 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>
                <a:solidFill>
                  <a:srgbClr val="7A7A9A"/>
                </a:solidFill>
                <a:latin typeface="Calibri"/>
              </a:rPr>
              <a:t>Category filter, price slider &amp; keyword 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34440"/>
            <a:ext cx="3657600" cy="22860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234440"/>
            <a:ext cx="3657600" cy="64008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39903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5"/>
                </a:solidFill>
                <a:latin typeface="Calibri"/>
              </a:rPr>
              <a:t>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2024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E8FF47"/>
                </a:solidFill>
                <a:latin typeface="Calibri"/>
              </a:rPr>
              <a:t>Smart Cart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77440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>
                <a:solidFill>
                  <a:srgbClr val="7A7A9A"/>
                </a:solidFill>
                <a:latin typeface="Calibri"/>
              </a:rPr>
              <a:t>Add / remove items, qty control, slide-out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234440"/>
            <a:ext cx="3657600" cy="22860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0" y="1234440"/>
            <a:ext cx="3657600" cy="64008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39903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5"/>
                </a:solidFill>
                <a:latin typeface="Calibri"/>
              </a:rPr>
              <a:t>🏷️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92024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>
                <a:solidFill>
                  <a:srgbClr val="E8FF47"/>
                </a:solidFill>
                <a:latin typeface="Calibri"/>
              </a:rPr>
              <a:t>Discount Codes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77440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solidFill>
                  <a:srgbClr val="7A7A9A"/>
                </a:solidFill>
                <a:latin typeface="Calibri"/>
              </a:rPr>
              <a:t>SAVE10 · SHOPX20 · WELCOME15 · FLAT50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94760"/>
            <a:ext cx="3657600" cy="22860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794760"/>
            <a:ext cx="3657600" cy="64008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95935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5"/>
                </a:solidFill>
                <a:latin typeface="Calibri"/>
              </a:rP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8056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E8FF47"/>
                </a:solidFill>
                <a:latin typeface="Calibri"/>
              </a:rPr>
              <a:t>Live Review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937760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solidFill>
                  <a:srgbClr val="7A7A9A"/>
                </a:solidFill>
                <a:latin typeface="Calibri"/>
              </a:rPr>
              <a:t>Star ratings + comments persisted in </a:t>
            </a:r>
            <a:r>
              <a:rPr dirty="0" err="1">
                <a:solidFill>
                  <a:srgbClr val="7A7A9A"/>
                </a:solidFill>
                <a:latin typeface="Calibri"/>
              </a:rPr>
              <a:t>localStorage</a:t>
            </a:r>
            <a:endParaRPr dirty="0">
              <a:solidFill>
                <a:srgbClr val="7A7A9A"/>
              </a:solidFill>
              <a:latin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297680" y="3794760"/>
            <a:ext cx="3657600" cy="22860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297680" y="3794760"/>
            <a:ext cx="3657600" cy="64008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95935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5"/>
                </a:solidFill>
                <a:latin typeface="Calibri"/>
              </a:rPr>
              <a:t>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48056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E8FF47"/>
                </a:solidFill>
                <a:latin typeface="Calibri"/>
              </a:rPr>
              <a:t>Budget Coach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937760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>
                <a:solidFill>
                  <a:srgbClr val="7A7A9A"/>
                </a:solidFill>
                <a:latin typeface="Calibri"/>
              </a:rPr>
              <a:t>Real-time spending tracker with progress bar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3794760"/>
            <a:ext cx="3657600" cy="22860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29600" y="3794760"/>
            <a:ext cx="3657600" cy="64008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95935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5"/>
                </a:solidFill>
                <a:latin typeface="Calibri"/>
              </a:rPr>
              <a:t>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48056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E8FF47"/>
                </a:solidFill>
                <a:latin typeface="Calibri"/>
              </a:rPr>
              <a:t>Full Checkout Flow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937760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>
                <a:solidFill>
                  <a:srgbClr val="7A7A9A"/>
                </a:solidFill>
                <a:latin typeface="Calibri"/>
              </a:defRPr>
            </a:lvl1pPr>
          </a:lstStyle>
          <a:p>
            <a:r>
              <a:rPr dirty="0"/>
              <a:t>Form validation, order ID &amp; success confirmation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E8FF47"/>
                </a:solidFill>
                <a:latin typeface="Calibri"/>
              </a:rPr>
              <a:t>03  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solidFill>
            <a:srgbClr val="13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47120" cy="411480"/>
          </a:xfrm>
          <a:prstGeom prst="rect">
            <a:avLst/>
          </a:prstGeom>
          <a:solidFill>
            <a:srgbClr val="22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1298448"/>
            <a:ext cx="146304" cy="14630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1298448"/>
            <a:ext cx="146304" cy="146304"/>
          </a:xfrm>
          <a:prstGeom prst="ellipse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34440" y="1298448"/>
            <a:ext cx="146304" cy="146304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463040" y="1234440"/>
            <a:ext cx="6858000" cy="32004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54480" y="1234440"/>
            <a:ext cx="6675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7A9A"/>
                </a:solidFill>
                <a:latin typeface="Calibri"/>
              </a:rPr>
              <a:t>https://ritishasinha.github.io/shopx-ecommerce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783080"/>
            <a:ext cx="5486400" cy="118872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874519"/>
            <a:ext cx="5212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E8FF47"/>
                </a:solidFill>
                <a:latin typeface="Calibri"/>
              </a:rPr>
              <a:t>1️⃣  Browse Products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19009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Show the hero section, product grid with images &amp; ratings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54680"/>
            <a:ext cx="5486400" cy="118872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246120"/>
            <a:ext cx="5212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300" b="1" i="0">
                <a:solidFill>
                  <a:srgbClr val="E8FF47"/>
                </a:solidFill>
                <a:latin typeface="Calibri"/>
              </a:defRPr>
            </a:lvl1pPr>
          </a:lstStyle>
          <a:p>
            <a:r>
              <a:rPr sz="2200" dirty="0"/>
              <a:t>2️⃣  Search &amp;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26167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Type a keyword, change category, drag price slider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912" y="4526280"/>
            <a:ext cx="5486400" cy="118872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5212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dirty="0">
                <a:solidFill>
                  <a:srgbClr val="E8FF47"/>
                </a:solidFill>
                <a:latin typeface="Calibri"/>
              </a:rPr>
              <a:t>3️⃣  Add to Cart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7767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Click 'Add to Cart' — toast appears, cart count updates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1783080"/>
            <a:ext cx="5486400" cy="118872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1874519"/>
            <a:ext cx="5212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300" b="1" i="0">
                <a:solidFill>
                  <a:srgbClr val="E8FF47"/>
                </a:solidFill>
                <a:latin typeface="Calibri"/>
              </a:defRPr>
            </a:lvl1pPr>
          </a:lstStyle>
          <a:p>
            <a:r>
              <a:rPr sz="2200" dirty="0"/>
              <a:t>4️⃣  Apply Discount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354567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Enter code SHOPX20 — 20% off applied instantly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3154680"/>
            <a:ext cx="5486400" cy="118872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20840" y="3246120"/>
            <a:ext cx="5212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E8FF47"/>
                </a:solidFill>
                <a:latin typeface="Calibri"/>
              </a:rPr>
              <a:t>5️⃣  Write a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726167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Open product detail → give stars → post review live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4526280"/>
            <a:ext cx="5486400" cy="118872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20840" y="4617720"/>
            <a:ext cx="52120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E8FF47"/>
                </a:solidFill>
                <a:latin typeface="Calibri"/>
              </a:rPr>
              <a:t>6️⃣  Place 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5097767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7A7A9A"/>
                </a:solidFill>
                <a:latin typeface="Calibri"/>
              </a:rPr>
              <a:t>Fill checkout form → Place Order → success modal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E8FF47"/>
                </a:solidFill>
                <a:latin typeface="Calibri"/>
              </a:rPr>
              <a:t>04  TECHNICAL EXPLANATION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03520" cy="51206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0F0F5"/>
                </a:solidFill>
                <a:latin typeface="Calibri"/>
              </a:rPr>
              <a:t>Technologies 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972352"/>
            <a:ext cx="54864" cy="50292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E8FF47"/>
                </a:solidFill>
                <a:latin typeface="Calibri"/>
              </a:rPr>
              <a:t>HTML5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572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7A7A9A"/>
                </a:solidFill>
                <a:latin typeface="Calibri"/>
              </a:rPr>
              <a:t>Page structure &amp; semantic layout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812024"/>
            <a:ext cx="54864" cy="5029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743200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38BDF8"/>
                </a:solidFill>
                <a:latin typeface="Calibri"/>
              </a:rPr>
              <a:t>CSS3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35808"/>
            <a:ext cx="4572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A7A9A"/>
                </a:solidFill>
                <a:latin typeface="Calibri"/>
              </a:rPr>
              <a:t>Animations, grid, responsive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625152"/>
            <a:ext cx="54864" cy="502920"/>
          </a:xfrm>
          <a:prstGeom prst="rect">
            <a:avLst/>
          </a:prstGeom>
          <a:solidFill>
            <a:srgbClr val="61DB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61DBFB"/>
                </a:solidFill>
                <a:latin typeface="Calibri"/>
              </a:rPr>
              <a:t>React 18 CDN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58768"/>
            <a:ext cx="4572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A7A9A"/>
                </a:solidFill>
                <a:latin typeface="Calibri"/>
              </a:rPr>
              <a:t>Components, hooks, state management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4448112"/>
            <a:ext cx="54864" cy="502920"/>
          </a:xfrm>
          <a:prstGeom prst="rect">
            <a:avLst/>
          </a:prstGeom>
          <a:solidFill>
            <a:srgbClr val="F5D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389120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DA55"/>
                </a:solidFill>
                <a:latin typeface="Calibri"/>
              </a:rPr>
              <a:t>Babel CDN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81728"/>
            <a:ext cx="4572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A7A9A"/>
                </a:solidFill>
                <a:latin typeface="Calibri"/>
              </a:rPr>
              <a:t>JSX transpilation in the browser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5271072"/>
            <a:ext cx="54864" cy="5029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777240" y="5212080"/>
            <a:ext cx="1828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4ADE80"/>
                </a:solidFill>
                <a:latin typeface="Calibri"/>
              </a:rPr>
              <a:t>localStorage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04688"/>
            <a:ext cx="4572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7A7A9A"/>
                </a:solidFill>
                <a:latin typeface="Calibri"/>
              </a:rPr>
              <a:t>Persist reviews across sessions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188720"/>
            <a:ext cx="5760720" cy="51206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6364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0F0F5"/>
                </a:solidFill>
                <a:latin typeface="Calibri"/>
              </a:rPr>
              <a:t>How It Works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20240"/>
            <a:ext cx="5303520" cy="96012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46520" y="1965960"/>
            <a:ext cx="4937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E8FF47"/>
                </a:solidFill>
                <a:latin typeface="Calibri"/>
              </a:rPr>
              <a:t>index.html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304288"/>
            <a:ext cx="49377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7A7A9A"/>
                </a:solidFill>
                <a:latin typeface="Calibri"/>
              </a:rPr>
              <a:t>Loads React + Babel from CDN. Mounts #root div. Links style.css &amp; script.js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017520"/>
            <a:ext cx="5303520" cy="96012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3063239"/>
            <a:ext cx="4937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E8FF47"/>
                </a:solidFill>
                <a:latin typeface="Calibri"/>
              </a:rPr>
              <a:t>style.css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0156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7A7A9A"/>
                </a:solidFill>
                <a:latin typeface="Calibri"/>
              </a:rPr>
              <a:t>CSS variables for theming. Grid + flexbox layouts. Animations &amp; responsive breakpoints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114800"/>
            <a:ext cx="5303520" cy="96012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4160520"/>
            <a:ext cx="4937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E8FF47"/>
                </a:solidFill>
                <a:latin typeface="Calibri"/>
              </a:rPr>
              <a:t>script.js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49884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7A9A"/>
                </a:solidFill>
                <a:latin typeface="Calibri"/>
              </a:rPr>
              <a:t>All React components in one file. useState / useMemo / useEffect hooks manage cart, filters, reviews &amp; UI state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5212079"/>
            <a:ext cx="5303520" cy="960120"/>
          </a:xfrm>
          <a:prstGeom prst="rect">
            <a:avLst/>
          </a:prstGeom>
          <a:solidFill>
            <a:srgbClr val="0A0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46520" y="5257799"/>
            <a:ext cx="4937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E8FF47"/>
                </a:solidFill>
                <a:latin typeface="Calibri"/>
              </a:rPr>
              <a:t>ReviewSection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5596127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7A9A"/>
                </a:solidFill>
                <a:latin typeface="Calibri"/>
              </a:rPr>
              <a:t>Separate component — filters reviews by productId, saves to localStorage on every change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E8FF47"/>
                </a:solidFill>
                <a:latin typeface="Calibri"/>
              </a:rPr>
              <a:t>05  CREATIVITY &amp;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03520" cy="36576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353312"/>
            <a:ext cx="4846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E8FF47"/>
                </a:solidFill>
                <a:latin typeface="Calibri"/>
              </a:rPr>
              <a:t>✨ Creativity Introduced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73152" cy="27432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847088"/>
            <a:ext cx="4663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F0F5"/>
                </a:solidFill>
                <a:latin typeface="Calibri"/>
              </a:rPr>
              <a:t>Dark theme with CSS variables — easy to restyle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331720"/>
            <a:ext cx="73152" cy="27432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304288"/>
            <a:ext cx="4663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F0F5"/>
                </a:solidFill>
                <a:latin typeface="Calibri"/>
              </a:rPr>
              <a:t>Live review badge updates on product cards in real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788920"/>
            <a:ext cx="73152" cy="27432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4663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F0F5"/>
                </a:solidFill>
                <a:latin typeface="Calibri"/>
              </a:rPr>
              <a:t>Budget coach with color-coded progress bar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246120"/>
            <a:ext cx="73152" cy="27432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218688"/>
            <a:ext cx="4663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F0F5"/>
                </a:solidFill>
                <a:latin typeface="Calibri"/>
              </a:rPr>
              <a:t>Avatar initials auto-generated from reviewer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703320"/>
            <a:ext cx="73152" cy="27432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675887"/>
            <a:ext cx="4663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F0F5"/>
                </a:solidFill>
                <a:latin typeface="Calibri"/>
              </a:rPr>
              <a:t>Hover star rating with text label (Poor → Excellent)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4160520"/>
            <a:ext cx="73152" cy="274320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133087"/>
            <a:ext cx="46634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F0F5"/>
                </a:solidFill>
                <a:latin typeface="Calibri"/>
              </a:rPr>
              <a:t>Zero npm setup — runs in any browser instantly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188720"/>
            <a:ext cx="5760720" cy="365760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1353312"/>
            <a:ext cx="5303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F6B6B"/>
                </a:solidFill>
                <a:latin typeface="Calibri"/>
              </a:rPr>
              <a:t>🔧 Challenges Managed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061327"/>
            <a:ext cx="73152" cy="4114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20" y="1984736"/>
            <a:ext cx="52120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F0F0F5"/>
                </a:solidFill>
                <a:latin typeface="Calibri"/>
              </a:rPr>
              <a:t>ReviewSection</a:t>
            </a:r>
            <a:r>
              <a:rPr sz="1500" b="0" i="0" dirty="0">
                <a:solidFill>
                  <a:srgbClr val="F0F0F5"/>
                </a:solidFill>
                <a:latin typeface="Calibri"/>
              </a:rPr>
              <a:t> not wired to modal — fixed by integrating inside detail modal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652248"/>
            <a:ext cx="73152" cy="4114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2693640"/>
            <a:ext cx="52120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F0F0F5"/>
                </a:solidFill>
                <a:latin typeface="Calibri"/>
              </a:rPr>
              <a:t>Modal overflow with reviews — solved with scrollable inner div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292327"/>
            <a:ext cx="73152" cy="4114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46520" y="3264896"/>
            <a:ext cx="52120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F0F0F5"/>
                </a:solidFill>
                <a:latin typeface="Calibri"/>
              </a:rPr>
              <a:t>Review count badge updating live — used derived state from reviews array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932407"/>
            <a:ext cx="73152" cy="4114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3954135"/>
            <a:ext cx="52120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F0F0F5"/>
                </a:solidFill>
                <a:latin typeface="Calibri"/>
              </a:rPr>
              <a:t>No backend — used </a:t>
            </a:r>
            <a:r>
              <a:rPr sz="1500" b="0" i="0" dirty="0" err="1">
                <a:solidFill>
                  <a:srgbClr val="F0F0F5"/>
                </a:solidFill>
                <a:latin typeface="Calibri"/>
              </a:rPr>
              <a:t>localStorage</a:t>
            </a:r>
            <a:r>
              <a:rPr sz="1500" b="0" i="0" dirty="0">
                <a:solidFill>
                  <a:srgbClr val="F0F0F5"/>
                </a:solidFill>
                <a:latin typeface="Calibri"/>
              </a:rPr>
              <a:t> for full persistence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029200"/>
            <a:ext cx="11430000" cy="1280160"/>
          </a:xfrm>
          <a:prstGeom prst="rect">
            <a:avLst/>
          </a:prstGeom>
          <a:solidFill>
            <a:srgbClr val="131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5029200"/>
            <a:ext cx="11430000" cy="54864"/>
          </a:xfrm>
          <a:prstGeom prst="rect">
            <a:avLst/>
          </a:prstGeom>
          <a:solidFill>
            <a:srgbClr val="E8F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5335846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F0F0F5"/>
                </a:solidFill>
                <a:latin typeface="Calibri"/>
              </a:rPr>
              <a:t>ShopX</a:t>
            </a:r>
            <a:r>
              <a:rPr sz="1600" b="0" i="0" dirty="0">
                <a:solidFill>
                  <a:srgbClr val="F0F0F5"/>
                </a:solidFill>
                <a:latin typeface="Calibri"/>
              </a:rPr>
              <a:t> is a complete, zero-setup e-commerce app built purely with React CDN — demonstrating real-world features: filtering, cart management, discount codes, budget tracking, live reviews, and full checkout — all in 3 separate files.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A1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6336792"/>
            <a:ext cx="1143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E8FF47"/>
                </a:solidFill>
                <a:latin typeface="Calibri"/>
              </a:rPr>
              <a:t>🔗 github.com/</a:t>
            </a:r>
            <a:r>
              <a:rPr sz="1200" b="0" i="0" dirty="0" err="1">
                <a:solidFill>
                  <a:srgbClr val="E8FF47"/>
                </a:solidFill>
                <a:latin typeface="Calibri"/>
              </a:rPr>
              <a:t>RitishaSinha</a:t>
            </a:r>
            <a:r>
              <a:rPr sz="1200" b="0" i="0" dirty="0">
                <a:solidFill>
                  <a:srgbClr val="E8FF47"/>
                </a:solidFill>
                <a:latin typeface="Calibri"/>
              </a:rPr>
              <a:t>/</a:t>
            </a:r>
            <a:r>
              <a:rPr sz="1200" b="0" i="0" dirty="0" err="1">
                <a:solidFill>
                  <a:srgbClr val="E8FF47"/>
                </a:solidFill>
                <a:latin typeface="Calibri"/>
              </a:rPr>
              <a:t>shopx</a:t>
            </a:r>
            <a:r>
              <a:rPr sz="1200" b="0" i="0" dirty="0">
                <a:solidFill>
                  <a:srgbClr val="E8FF47"/>
                </a:solidFill>
                <a:latin typeface="Calibri"/>
              </a:rPr>
              <a:t>-ecommerce     </a:t>
            </a:r>
            <a:r>
              <a:rPr lang="en-US" sz="1200" b="0" i="0" dirty="0">
                <a:solidFill>
                  <a:srgbClr val="E8FF47"/>
                </a:solidFill>
                <a:latin typeface="Calibri"/>
              </a:rPr>
              <a:t>												</a:t>
            </a:r>
            <a:r>
              <a:rPr sz="1200" b="0" i="0" dirty="0">
                <a:solidFill>
                  <a:srgbClr val="E8FF47"/>
                </a:solidFill>
                <a:latin typeface="Calibri"/>
              </a:rPr>
              <a:t>  🌐 ritishasinha.github.io/</a:t>
            </a:r>
            <a:r>
              <a:rPr sz="1200" b="0" i="0" dirty="0" err="1">
                <a:solidFill>
                  <a:srgbClr val="E8FF47"/>
                </a:solidFill>
                <a:latin typeface="Calibri"/>
              </a:rPr>
              <a:t>shopx</a:t>
            </a:r>
            <a:r>
              <a:rPr sz="1200" b="0" i="0" dirty="0">
                <a:solidFill>
                  <a:srgbClr val="E8FF47"/>
                </a:solidFill>
                <a:latin typeface="Calibri"/>
              </a:rPr>
              <a:t>-ecommerce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579</Words>
  <Application>Microsoft Office PowerPoint</Application>
  <PresentationFormat>Custom</PresentationFormat>
  <Paragraphs>95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RITISHA SINHA</dc:creator>
  <cp:keywords/>
  <dc:description>generated using python-pptx</dc:description>
  <cp:lastModifiedBy>Ritisha Sinha</cp:lastModifiedBy>
  <cp:revision>3</cp:revision>
  <dcterms:created xsi:type="dcterms:W3CDTF">2013-01-27T09:14:16Z</dcterms:created>
  <dcterms:modified xsi:type="dcterms:W3CDTF">2026-03-30T18:00:22Z</dcterms:modified>
  <cp:category/>
</cp:coreProperties>
</file>